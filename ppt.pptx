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roto K" userId="d35d6bb84d816a8d" providerId="LiveId" clId="{E1FCC213-615B-4C8B-81C7-F586F2B9EA43}"/>
    <pc:docChg chg="addSld delSld modSld">
      <pc:chgData name="subroto K" userId="d35d6bb84d816a8d" providerId="LiveId" clId="{E1FCC213-615B-4C8B-81C7-F586F2B9EA43}" dt="2025-11-05T09:25:12.256" v="10" actId="20577"/>
      <pc:docMkLst>
        <pc:docMk/>
      </pc:docMkLst>
      <pc:sldChg chg="modSp new mod">
        <pc:chgData name="subroto K" userId="d35d6bb84d816a8d" providerId="LiveId" clId="{E1FCC213-615B-4C8B-81C7-F586F2B9EA43}" dt="2025-11-05T09:25:12.256" v="10" actId="20577"/>
        <pc:sldMkLst>
          <pc:docMk/>
          <pc:sldMk cId="572998409" sldId="256"/>
        </pc:sldMkLst>
        <pc:spChg chg="mod">
          <ac:chgData name="subroto K" userId="d35d6bb84d816a8d" providerId="LiveId" clId="{E1FCC213-615B-4C8B-81C7-F586F2B9EA43}" dt="2025-11-05T09:25:12.256" v="10" actId="20577"/>
          <ac:spMkLst>
            <pc:docMk/>
            <pc:sldMk cId="572998409" sldId="256"/>
            <ac:spMk id="2" creationId="{7FE7B7B2-7D6B-3BD2-C656-4B51FBD46FEF}"/>
          </ac:spMkLst>
        </pc:spChg>
      </pc:sldChg>
      <pc:sldChg chg="new del">
        <pc:chgData name="subroto K" userId="d35d6bb84d816a8d" providerId="LiveId" clId="{E1FCC213-615B-4C8B-81C7-F586F2B9EA43}" dt="2025-11-05T09:25:04.702" v="1" actId="47"/>
        <pc:sldMkLst>
          <pc:docMk/>
          <pc:sldMk cId="136167927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FC62-4EF0-2536-B286-AFEC0F98B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729FF-07CB-340A-A756-0F686AFF8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4422D-698D-6D67-6432-C22CA3CB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F1A8-B95B-251B-6F28-4C451998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4D8C8-590A-A7A0-EBD2-47F87049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5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3D8F-728D-7E45-9B43-C9022D0F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90949-6110-17E7-B10D-4AF1D0034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483F8-7F74-FB64-5F57-96D71D68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4377-C1AB-D9C2-A395-EE5D51C4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83E1-814F-0F40-A639-1B63CDF2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93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C0B0-7989-BC43-BC2F-0460DECE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8CC36-A251-1ABA-8FD5-6075F1EAB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34AF4-6D02-319E-E265-6A1BD1E1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E538E-558D-2594-EFB8-C8CBEA50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D56DF-0212-98A3-9A20-C119327A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1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595F-A039-812C-C375-8CB8976F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1F4A-C889-8473-92BD-42E031E8D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2FF8-E37E-0F5D-AFBE-E32D7345D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4088F-FD54-E220-151C-DF3F51CA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900B-DC85-1C10-A9AC-001304E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1C644-7544-7DE6-2C5A-46492279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F7C0-4D2C-A7DF-BFF4-8254B07C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66FC3-4B86-AB0B-1385-1EA1868D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44F8E-FB92-A091-8D76-36B5D0CAD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EC629-FC14-ABE4-4F9C-D3F7C16B5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17DDA-74BB-4890-992A-E724A6EFB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83B45-FD84-0DD9-24C6-65F2ABAB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2BA58-CF86-D822-DD24-5DBBE56E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24035-66FA-FBF0-298C-555F8582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7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BAC0-9BEE-9E4D-246D-807B2790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71F0C-6B24-454B-94EF-9EFD78D1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EF970-4E1C-B044-8798-CD16FC70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CA1E1-8349-61FD-AB52-F3F50CEF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4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9B46A-B372-5C69-C877-EFDF5ECB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BAF74-75ED-262D-9884-CCB11D6C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6622D-0EA8-DE01-395B-38E92689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CC50-FC97-891C-407D-E96B5B89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CF021-1A81-5254-D6FF-97853632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64B53-0B8E-860C-2975-ED5C05BB3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5CADA-011C-88B6-8834-0FEDF10C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79D3A-DA37-1CAD-EF97-7BCBB7D1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C6F00-6974-A4F5-2370-8626388A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55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AB9B-774C-533F-C061-502E728AB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BDE19-027F-37DD-8D64-C24371C18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AA3CD-3003-5B9C-1623-54745E4B8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1D40F-DD78-5FF4-1E0F-9741E73F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CC8E1-A85F-E1A0-147C-EA01F14A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D8AC-5226-95CE-AC5B-514A3800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5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BA47-7F55-B400-1D12-23EECDF5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7BE5B-5EBF-1CE2-FADD-3A3C8CECB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3C4AB-674E-6C21-C11F-6D0065C3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6A949-8230-F28D-1906-997D28C3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4FBE0-8389-E0C9-480D-B0AEE954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80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E76B-9023-BCEB-9D0D-819BAF5D5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3D260-99F2-E5CE-4E2F-A671578B7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53B85-5D37-C3FE-89B2-72900C0F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CCD80-F02B-9E07-88B2-E317EA88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4C44B-BF82-3C48-E61A-3644D88A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8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32E8D-785D-5F79-AB57-3A413098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B9D0-D353-11A2-745E-8FA6E347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CBDC6-1105-8395-E96A-BC2F6F70B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163F5-EAC0-4FE9-8171-866460ED99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700C2-7F89-0086-3516-656DFFA06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95734-66AA-A317-B924-433B22D7E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61377-47F5-4C14-BAE0-23E33E2889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83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B7B2-7D6B-3BD2-C656-4B51FBD46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GIT BASH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FFD57-70E9-FB0E-464E-5EB5CA2A7E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99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GIT BASH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subroto K</dc:creator>
  <cp:lastModifiedBy>subroto K</cp:lastModifiedBy>
  <cp:revision>1</cp:revision>
  <dcterms:created xsi:type="dcterms:W3CDTF">2025-11-05T09:24:57Z</dcterms:created>
  <dcterms:modified xsi:type="dcterms:W3CDTF">2025-11-05T09:25:13Z</dcterms:modified>
</cp:coreProperties>
</file>